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32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48640"/>
            <a:ext cx="2194560" cy="2194560"/>
          </a:xfrm>
          <a:prstGeom prst="ellipse">
            <a:avLst/>
          </a:prstGeom>
          <a:solidFill>
            <a:srgbClr val="0B4A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210312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· INTEGRATION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Stubs &amp; Drivers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the gaps when modules aren't all ready yet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Stubs and Drivers Exist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built module by module — but they must be tested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finish at different times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39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coded and ready; others are still being written.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can't wait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73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checks how modules work together — it shouldn't wait for every module.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14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modules need a stand-in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temporary, simplified piece of code fills the gap so testing can proceed.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stand-in for a module that gets called.   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stand-in for a module that does the calling.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Stub?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dummy module that stands in for a called (lower-level) module that isn't built yet.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2199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the module under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651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fixed, pre-planned result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top-down integration testing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testing moving without the real module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3108960"/>
            <a:ext cx="9144" cy="73152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840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40664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(dummy)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 — the stub fakes it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Driver?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dummy module that stands in for a calling (higher-level) module that isn't built yet.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2199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module under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651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in test input and collects the 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bottom-up integration testing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finished low-level module be tested early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40664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(dummy)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3108960"/>
            <a:ext cx="9144" cy="73152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840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Test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caller not yet built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 vs. Driver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377440" cy="749808"/>
          </a:xfrm>
          <a:prstGeom prst="rect">
            <a:avLst/>
          </a:prstGeom>
          <a:solidFill>
            <a:srgbClr val="028090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2588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325880"/>
            <a:ext cx="4434840" cy="749808"/>
          </a:xfrm>
          <a:prstGeom prst="rect">
            <a:avLst/>
          </a:prstGeom>
          <a:solidFill>
            <a:srgbClr val="028090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35808" y="1325880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60920" y="1325880"/>
            <a:ext cx="4434840" cy="749808"/>
          </a:xfrm>
          <a:prstGeom prst="rect">
            <a:avLst/>
          </a:prstGeom>
          <a:solidFill>
            <a:srgbClr val="028090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70648" y="1325880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75688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0" y="2075688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2075688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called (lower-level) module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2075688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70648" y="2075688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calling (higher-level) module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23774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825496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26080" y="2825496"/>
            <a:ext cx="44348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35808" y="2825496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under test → Stub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2825496"/>
            <a:ext cx="44348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0648" y="2825496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→ Module under test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575304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3575304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35808" y="3575304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integration testing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575304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0648" y="3575304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integration testing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25112"/>
            <a:ext cx="23774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32511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926080" y="4325112"/>
            <a:ext cx="44348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35808" y="4325112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/ fixed return values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60920" y="4325112"/>
            <a:ext cx="4434840" cy="749808"/>
          </a:xfrm>
          <a:prstGeom prst="rect">
            <a:avLst/>
          </a:prstGeom>
          <a:solidFill>
            <a:srgbClr val="EAF6F5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70648" y="4325112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inputs, then reads outputs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074920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507492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926080" y="5074920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35808" y="5074920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unfinished dependency be faked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60920" y="5074920"/>
            <a:ext cx="4434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70648" y="5074920"/>
            <a:ext cx="4215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finished module be tested early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Integration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from the top module downward — STUBS fill in for modules not yet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(top)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H="1">
            <a:off x="3840480" y="2240280"/>
            <a:ext cx="1783080" cy="64008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240280"/>
            <a:ext cx="1737360" cy="64008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2880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83464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880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76656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657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developed — replaced by cheap, fake stubs so A can be tested now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EA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starts at the top module and moves down one level at a time. Each lower module is replaced by a stub until it is actually built — then the real module swaps in and testing continues.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design flaws surface early. 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Drawback: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realistic stubs takes extra effort.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Integration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from the bottom modules upward — DRIVERS fill in for callers not yet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20640" y="1554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1206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H="1">
            <a:off x="3840480" y="2194560"/>
            <a:ext cx="1783080" cy="68580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194560"/>
            <a:ext cx="1737360" cy="685800"/>
          </a:xfrm>
          <a:prstGeom prst="line">
            <a:avLst/>
          </a:prstGeom>
          <a:noFill/>
          <a:ln w="19050">
            <a:solidFill>
              <a:srgbClr val="5B6B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2880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(leaf)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880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(leaf)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657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are finished first — the driver feeds them input and checks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EAF6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starts at the lowest-level modules and moves up. Each higher-level caller is replaced by a driver until it is actually built — then the real caller swaps in and testing continues.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reusable modules get tested early. 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Drawback: </a:t>
            </a:r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 isn't visible until late.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&amp; Drivers · Integration Testing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B4A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a module that IS CALLED.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top-down testing.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B4A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a module that DOES THE CALLING.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bottom-up testing.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B4A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test incrementally — without waiting for every module to be finished.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stubs and drivers make incremental integration testing possible.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2026-09-27T17:15:35Z</dcterms:created>
  <dcterms:modified xsi:type="dcterms:W3CDTF">2026-09-27T17:15:35Z</dcterms:modified>
</cp:coreProperties>
</file>